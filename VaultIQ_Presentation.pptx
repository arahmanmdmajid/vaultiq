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840480"/>
            <a:ext cx="2011680" cy="13030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371600" cy="1371600"/>
          </a:xfrm>
          <a:prstGeom prst="rect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VaultIQ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Document Intelligence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Visual RAG · Enterprise AI Governance · Any Document, Any Language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5120640" cy="4572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TechEx Intelligent Enterprise Solutions Hackathon  ·  lablab.ai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sit on vast archives of image-based documents that are impossible to query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37360"/>
            <a:ext cx="26517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202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Destroys Structure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scanned PDFs to text breaks tables, charts, and non-Latin scripts like Arabic — the very content that matters most.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2968" y="173736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737360"/>
            <a:ext cx="26517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9202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0128" y="2560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Single-Language Tools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0128" y="32004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RAG solutions are English-only. Multilingual government and enterprise documents are left unqueried.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25896" y="173736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737360"/>
            <a:ext cx="26517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19202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63056" y="2560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63056" y="32004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with no source citation, no governance, and no audit log are a liability for enterprise and government use.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VaultIQ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image-based document in any language. Ask questions in Arabic or English. Get page-cited, auditable answers.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980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RAG — reads page images directly, no OCR errors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46704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— Arabic, English, and beyond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22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citations — every answer shows the source 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37083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342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— full audit trail via Lobster Trap proxy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Madinah Tranquil Livable City Report 2024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331720"/>
            <a:ext cx="356616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4688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English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077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9077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PDF (112 pages)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3467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34670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RAG (PageIndex + Llama 4 Scout)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7856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78561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Trap proxy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2245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42245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effective score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57276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8412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88920"/>
            <a:ext cx="1389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image-based PDF in any language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47088" y="24688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93392" y="118872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188720"/>
            <a:ext cx="157276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18872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084832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59152" y="2697480"/>
            <a:ext cx="8412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2788920"/>
            <a:ext cx="1389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builds a visual reasoning graph over all pages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66160" y="24688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12464" y="118872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1188720"/>
            <a:ext cx="157276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18872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803904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078224" y="2697480"/>
            <a:ext cx="8412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2788920"/>
            <a:ext cx="1389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 in Arabic or English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85232" y="24688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31536" y="118872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31536" y="1188720"/>
            <a:ext cx="157276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31536" y="118872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522976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797296" y="2697480"/>
            <a:ext cx="8412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22976" y="2788920"/>
            <a:ext cx="1389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returns the most relevant page numbers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04304" y="24688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50608" y="118872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50608" y="1188720"/>
            <a:ext cx="157276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118872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7242048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516368" y="2697480"/>
            <a:ext cx="8412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2788920"/>
            <a:ext cx="1389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 reads page images → grounded cited answer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layer: Lobster Trap sits between the app and Groq — every prompt and response is inspected, logged, and auditable.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3657600" cy="3429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RAG Baseline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05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/markdown + Groq Llama 3.3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passages → text answer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3657600" cy="3429000"/>
          </a:xfrm>
          <a:prstGeom prst="rect">
            <a:avLst/>
          </a:prstGeom>
          <a:solidFill>
            <a:srgbClr val="0D9488">
              <a:alpha val="90000"/>
            </a:srgbClr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Vision RAG  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06  ·  Adopted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8400" dirty="0"/>
          </a:p>
        </p:txBody>
      </p:sp>
      <p:sp>
        <p:nvSpPr>
          <p:cNvPr id="13" name="Text 11"/>
          <p:cNvSpPr/>
          <p:nvPr/>
        </p:nvSpPr>
        <p:spPr>
          <a:xfrm>
            <a:off x="512064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/doc + Groq Llama 4 Scout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images → cited visual answer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67328" y="2331720"/>
            <a:ext cx="160934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67328" y="233172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Layer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56032"/>
            <a:ext cx="196596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0" y="25603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Tool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468880" cy="6400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4688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97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Trap :8080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468880" cy="6400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97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LLM Backend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1168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PII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25054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SSNs, credit cards, phone numbers, and official names before they reach the LLM.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01168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201168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Firewall Rules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64992" y="25054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iptables-style policies: ALLOW / DENY / LOG / QUARANTINE / HUMAN_REVIEW.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01168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201168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Intent Classification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99632" y="25054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code execution, file I/O, and network access attempts in user prompts.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47472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Logging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396849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JSON log of every decision — every prompt in, every response out, timestamped.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474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47472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Zero Latency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64992" y="396849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regex-based Deep Packet Inspection. No extra LLM calls needed.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3474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347472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Zero Code Changes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99632" y="396849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reverse proxy. Add governance to any existing app without touching its code.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26060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1143000"/>
            <a:ext cx="868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11430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PDF reasoning graph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page-level retrieval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060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43000"/>
            <a:ext cx="868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LLM inference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060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0" y="1143000"/>
            <a:ext cx="868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430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554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Trap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&amp; security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06040" cy="164592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LLM — reads page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generates answers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606040" cy="164592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+ Pillow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337560" y="39319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PDF-to-image rendering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06040" cy="164592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72200" y="39319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Q&amp;A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187452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VaultIQ — Governed Document Intelligence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 ·  Visual RAG  ·  Enterprise-Grade Governance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github.com/arahmanmdmajid/mda-urban-intelligence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TechEx Intelligent Enterprise Solutions Hackathon  ·  lablab.ai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VaultIQ — Governed Document Intelligence</dc:title>
  <dc:subject>PptxGenJS Presentation</dc:subject>
  <dc:creator>VaultIQ Team</dc:creator>
  <cp:lastModifiedBy>VaultIQ Team</cp:lastModifiedBy>
  <cp:revision>1</cp:revision>
  <dcterms:created xsi:type="dcterms:W3CDTF">2026-05-18T15:26:36Z</dcterms:created>
  <dcterms:modified xsi:type="dcterms:W3CDTF">2026-05-18T15:26:36Z</dcterms:modified>
</cp:coreProperties>
</file>